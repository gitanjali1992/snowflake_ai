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2A387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A387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Views at Scale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204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governed, spec-driven path to production across every Snowflake dataset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126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·  Cortex AI Initiative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Needs A Deliberate Path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39903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Leadership's ask is broad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1965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views across every dataset in Snowflake, not a single pilot.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9077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shifted underneath us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32841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Snowflake's native Semantic View object went GA in March 2026, with verified queries, custom instructions, and fail-fast validation built into the object itself.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4165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Ungoverned authoring is a compliance gap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83717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 view created ad hoc in Snowsight has no version history, no review gate, and no test coverage. Not acceptable in a regulated environment.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Approaches We Evaluated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5029200"/>
          </a:xfrm>
          <a:prstGeom prst="roundRect">
            <a:avLst>
              <a:gd name="adj" fmla="val 2182"/>
            </a:avLst>
          </a:prstGeom>
          <a:solidFill>
            <a:srgbClr val="E8EEF9"/>
          </a:solidFill>
          <a:ln/>
          <a:effectLst>
            <a:outerShdw sx="100000" sy="100000" kx="0" ky="0" algn="bl" rotWithShape="0" blurRad="50800" dist="25400" dir="5400000">
              <a:srgbClr val="1E2761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08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904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Business-Context CSV → Spec Kit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6032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from day one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fast across many datasets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input for a future glossary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97680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medium for real semantic modelling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interactive test loop while authoring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native Snowsight capability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562356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623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breadth, not depth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188720"/>
            <a:ext cx="5349240" cy="5029200"/>
          </a:xfrm>
          <a:prstGeom prst="roundRect">
            <a:avLst>
              <a:gd name="adj" fmla="val 2182"/>
            </a:avLst>
          </a:prstGeom>
          <a:solidFill>
            <a:srgbClr val="F1F1F1"/>
          </a:solidFill>
          <a:ln/>
          <a:effectLst>
            <a:outerShdw sx="100000" sy="100000" kx="0" ky="0" algn="bl" rotWithShape="0" blurRad="50800" dist="25400" dir="5400000">
              <a:srgbClr val="1E2761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1508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14904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Snowsight-Authored → YAML → GitHub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56032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tests definitions live, in the tool built for it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Higher-quality first drafts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focuses on governance, not modelling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297680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to “every dataset” quickly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and naming drift without a template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Verified-queries side-channel duplicates a native feature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562356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5623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depth, not breadth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A Tiered Model, Not A Single Pick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5400000">
              <a:srgbClr val="1E2761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— Governance Harness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727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 ·  specify / plan  ·  analyze  ·  CI gate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0" y="2011680"/>
            <a:ext cx="0" cy="4114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823960" y="2011680"/>
            <a:ext cx="0" cy="4114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E8EEF9"/>
          </a:solidFill>
          <a:ln/>
          <a:effectLst>
            <a:outerShdw sx="100000" sy="100000" kx="0" ky="0" algn="bl" rotWithShape="0" blurRad="50800" dist="25400" dir="5400000">
              <a:srgbClr val="1E2761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697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Priority Domains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over breadth  ·  ★ recommended starting point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2044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&amp; tested live in Snowsight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queries native to the object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RLS / DDM inheritance check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only after steward review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246888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1F1F1"/>
          </a:solidFill>
          <a:ln/>
          <a:effectLst>
            <a:outerShdw sx="100000" sy="100000" kx="0" ky="0" algn="bl" rotWithShape="0" blurRad="50800" dist="25400" dir="5400000">
              <a:srgbClr val="1E2761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2697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Broad Coverage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0632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over depth  ·  fast first drafts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52044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 drafts from table comments + context CSV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broad coverage across all datasets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“uncertified” until reviewed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to Tier 1 trust on sign-off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items promote to Tier 1 trust the moment a steward certifies them — one governance bar, two speeds.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Governance Gate, Step By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188720" y="2057400"/>
            <a:ext cx="19659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1828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2880" y="2944368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 set once: RLS / DDM inheritance, naming, minimum verified queries.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54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794760" y="2057400"/>
            <a:ext cx="19659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3774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&amp; Plan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944368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or Snowsight draft feeds the spec.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0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0" y="2057400"/>
            <a:ext cx="19659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9834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2944368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SEMANTIC VIEW in a scratch schema — fails fast on any error.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6676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006840" y="2057400"/>
            <a:ext cx="19659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5895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944368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queries replay through Cortex Analyst; regressions flagged.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9728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7840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784080" y="2944368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sign-off, then merge to the production schema.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8EEF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663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semantic view earns production trust through the same five gates — no exceptions, no manual overrides.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2A387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727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tiered model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Tier 1 (curated) + Tier 2 (broad) as the standard for every future semantic view, not a one-off pilot pattern.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85292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this quarter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2461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priority domains in Tier 1, plus a Tier 2 batch draft across the remaining datasets already in the medallion gold layer.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1330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ownership cleanly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5262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owns the governance harness and CI gate. Business owns the definitions and verified queries.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governance bar, whether it's two datasets or two hundred.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2026-08-31T08:26:06Z</dcterms:created>
  <dcterms:modified xsi:type="dcterms:W3CDTF">2026-08-31T08:26:06Z</dcterms:modified>
</cp:coreProperties>
</file>